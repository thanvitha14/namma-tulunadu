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59" r:id="rId4"/>
    <p:sldId id="260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3" autoAdjust="0"/>
    <p:restoredTop sz="94660"/>
  </p:normalViewPr>
  <p:slideViewPr>
    <p:cSldViewPr snapToGrid="0">
      <p:cViewPr varScale="1">
        <p:scale>
          <a:sx n="71" d="100"/>
          <a:sy n="71" d="100"/>
        </p:scale>
        <p:origin x="2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846B5-74A6-4EE9-8DA0-1340D1DF360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C8B-81C6-49D2-B16D-8F8381A98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07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846B5-74A6-4EE9-8DA0-1340D1DF360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C8B-81C6-49D2-B16D-8F8381A98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327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846B5-74A6-4EE9-8DA0-1340D1DF360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C8B-81C6-49D2-B16D-8F8381A98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573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846B5-74A6-4EE9-8DA0-1340D1DF360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C8B-81C6-49D2-B16D-8F8381A98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2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846B5-74A6-4EE9-8DA0-1340D1DF360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C8B-81C6-49D2-B16D-8F8381A98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21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846B5-74A6-4EE9-8DA0-1340D1DF360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C8B-81C6-49D2-B16D-8F8381A98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0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846B5-74A6-4EE9-8DA0-1340D1DF360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C8B-81C6-49D2-B16D-8F8381A98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38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846B5-74A6-4EE9-8DA0-1340D1DF360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C8B-81C6-49D2-B16D-8F8381A98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0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846B5-74A6-4EE9-8DA0-1340D1DF360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C8B-81C6-49D2-B16D-8F8381A98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42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846B5-74A6-4EE9-8DA0-1340D1DF360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C8B-81C6-49D2-B16D-8F8381A98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3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846B5-74A6-4EE9-8DA0-1340D1DF360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C8B-81C6-49D2-B16D-8F8381A98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80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846B5-74A6-4EE9-8DA0-1340D1DF360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08C8B-81C6-49D2-B16D-8F8381A98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5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AutoShape 2" descr="blob:https://web.whatsapp.com/f8bd478b-7775-4c50-b191-7a77f998e96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892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30"/>
            <a:ext cx="12191999" cy="681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19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86" y="0"/>
            <a:ext cx="12214886" cy="684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2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582" y="0"/>
            <a:ext cx="12317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98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51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60" y="0"/>
            <a:ext cx="12204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83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668" y="0"/>
            <a:ext cx="122756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64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poojitha</dc:creator>
  <cp:lastModifiedBy>poojitha</cp:lastModifiedBy>
  <cp:revision>10</cp:revision>
  <dcterms:created xsi:type="dcterms:W3CDTF">2026-04-02T12:12:27Z</dcterms:created>
  <dcterms:modified xsi:type="dcterms:W3CDTF">2026-04-02T14:32:17Z</dcterms:modified>
</cp:coreProperties>
</file>